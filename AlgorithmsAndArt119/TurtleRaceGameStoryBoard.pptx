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6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3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13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9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6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44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0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8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67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85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70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1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turtle walking on a gravel road&#10;&#10;AI-generated content may be incorrect.">
            <a:extLst>
              <a:ext uri="{FF2B5EF4-FFF2-40B4-BE49-F238E27FC236}">
                <a16:creationId xmlns:a16="http://schemas.microsoft.com/office/drawing/2014/main" id="{2F85D5CA-6EAB-D298-E557-C17418F050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34267D-4B81-5521-4029-6E7F4EB24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Turtle Race Game 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Storyboard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A5D9C-3C72-5AE1-506E-1A45E6BE3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Sai Sree Harsha Malipeddi</a:t>
            </a:r>
          </a:p>
          <a:p>
            <a:r>
              <a:rPr lang="en-US" sz="2400" dirty="0">
                <a:solidFill>
                  <a:srgbClr val="FFFFFF"/>
                </a:solidFill>
              </a:rPr>
              <a:t>AP Computer Science Principles</a:t>
            </a:r>
          </a:p>
          <a:p>
            <a:r>
              <a:rPr lang="en-US" sz="2400" dirty="0">
                <a:solidFill>
                  <a:srgbClr val="FFFFFF"/>
                </a:solidFill>
              </a:rPr>
              <a:t>1.1.9 - Algorithms and 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1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A994A28-E3AB-17B2-EE4B-E32C757B5D5E}"/>
              </a:ext>
            </a:extLst>
          </p:cNvPr>
          <p:cNvGrpSpPr/>
          <p:nvPr/>
        </p:nvGrpSpPr>
        <p:grpSpPr>
          <a:xfrm>
            <a:off x="419099" y="566419"/>
            <a:ext cx="1338581" cy="723901"/>
            <a:chOff x="419099" y="566419"/>
            <a:chExt cx="1592581" cy="919093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4024A9A-B47A-4E73-6EA8-8B03744FBF3D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8E36214-8538-6F0F-0040-CAF261246E95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6C00E1D-5BE6-883B-0026-8E554C67376E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547526-9995-C2AD-B353-5938B0D2FEE4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89AEB4-C32E-EDE8-0625-C78B05CA5E82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5E0B19-21B1-AFC9-A769-A5A4F625A68D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98407C5-DEBB-4D7A-A5E1-944E7C92C2BA}"/>
              </a:ext>
            </a:extLst>
          </p:cNvPr>
          <p:cNvGrpSpPr/>
          <p:nvPr/>
        </p:nvGrpSpPr>
        <p:grpSpPr>
          <a:xfrm>
            <a:off x="424834" y="2742248"/>
            <a:ext cx="1338581" cy="723901"/>
            <a:chOff x="419099" y="566419"/>
            <a:chExt cx="1592581" cy="919093"/>
          </a:xfrm>
          <a:solidFill>
            <a:srgbClr val="FFFF00"/>
          </a:soli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8397D2A-1A5D-AD82-8A36-A657DB02E3E6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E4CC1CB-769E-1711-8A03-7FFE33353B2A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47A0FF5-3498-555D-14F0-3B18A86A31EB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962CFBB-1776-6B65-768E-DC7DE0687498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D9E5EA-85BF-1CF2-60C7-E7C9E2472F10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C22B575-53CD-A4EB-BA65-96AFC9ED5FF2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40B34F9-0872-BB93-2580-932C36A2F5E9}"/>
              </a:ext>
            </a:extLst>
          </p:cNvPr>
          <p:cNvGrpSpPr/>
          <p:nvPr/>
        </p:nvGrpSpPr>
        <p:grpSpPr>
          <a:xfrm>
            <a:off x="419099" y="3759704"/>
            <a:ext cx="1338581" cy="723901"/>
            <a:chOff x="419099" y="566419"/>
            <a:chExt cx="1592581" cy="919093"/>
          </a:xfrm>
          <a:solidFill>
            <a:schemeClr val="accent6"/>
          </a:solidFill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9A865FE-E37D-AEF1-9E72-03ED80C92966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1EC170C-B688-F664-D23F-CC8DA2A6FE3F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249E031-A29E-A68F-891F-755CD6F92F4D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54BAB77-CEB4-9190-75DA-521C1C71E993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3116B72-AF05-ECB9-4631-0B3921651D50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945AF0D-16B7-4072-3230-5F16CF78EEC5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7429D72-B58B-A83C-8BFE-BD525131A3D7}"/>
              </a:ext>
            </a:extLst>
          </p:cNvPr>
          <p:cNvGrpSpPr/>
          <p:nvPr/>
        </p:nvGrpSpPr>
        <p:grpSpPr>
          <a:xfrm>
            <a:off x="435501" y="1644054"/>
            <a:ext cx="1338581" cy="723901"/>
            <a:chOff x="419099" y="566419"/>
            <a:chExt cx="1592581" cy="919093"/>
          </a:xfrm>
          <a:solidFill>
            <a:srgbClr val="7030A0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AEA8E39-9BEC-D2E2-5694-E1459C0A0BAB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57C8B97-8242-8AD9-987B-87EA7126F844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E72CA1F-3D24-6A46-156B-EB6AD96A9B90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19BDA4A-A691-A889-15FE-58B0D4293F0F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7A88E5D-E3EA-4D2F-C234-4DB70EFBBEBA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9C4ECB-EEA1-3989-0581-1494459EED17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A1CAA38-EB9D-8384-2578-01A6D4B44E46}"/>
              </a:ext>
            </a:extLst>
          </p:cNvPr>
          <p:cNvGrpSpPr/>
          <p:nvPr/>
        </p:nvGrpSpPr>
        <p:grpSpPr>
          <a:xfrm>
            <a:off x="408814" y="4824786"/>
            <a:ext cx="1338581" cy="723901"/>
            <a:chOff x="419099" y="566419"/>
            <a:chExt cx="1592581" cy="919093"/>
          </a:xfrm>
          <a:solidFill>
            <a:schemeClr val="accent4"/>
          </a:solidFill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704B689-08FE-D078-169E-254F5F27E29A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3757481-98D6-E9A7-600E-87D9AB132297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1DC370D-0A92-BE68-F970-4A3FBB619DDA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75C7B65-298F-EAD9-3D8A-E4A8C8FA3C6D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E40082E-1EF4-629C-831E-197961EE2E97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5503B81-D615-BB0F-0352-039CBD5AF75E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676325F-64ED-6061-36AA-A9D80865BE6E}"/>
              </a:ext>
            </a:extLst>
          </p:cNvPr>
          <p:cNvGrpSpPr/>
          <p:nvPr/>
        </p:nvGrpSpPr>
        <p:grpSpPr>
          <a:xfrm>
            <a:off x="382127" y="5852090"/>
            <a:ext cx="1338581" cy="723901"/>
            <a:chOff x="419099" y="566419"/>
            <a:chExt cx="1592581" cy="919093"/>
          </a:xfrm>
          <a:solidFill>
            <a:schemeClr val="accent3"/>
          </a:solidFill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AB102C0-58CC-79A0-D348-4A5328227120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D17860E-7CE7-0A3F-ADDF-E0E4716BB482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462229D-3AEE-C57A-249D-D979401C5957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33FE17F-82A5-DDC8-E843-201EC37836BB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D839EAE-040D-0E3B-F79E-BC7FDC3DD6A8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5488A93-EC5D-0CAA-8EB9-AF6DEA7B4D4C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50B6627-EEDD-1A15-6D3E-E0F7267CB4B0}"/>
              </a:ext>
            </a:extLst>
          </p:cNvPr>
          <p:cNvCxnSpPr>
            <a:cxnSpLocks/>
          </p:cNvCxnSpPr>
          <p:nvPr/>
        </p:nvCxnSpPr>
        <p:spPr>
          <a:xfrm>
            <a:off x="11399520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669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8ACF-6C0A-32C1-FEFE-2CF712AD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9B4A080-8E5A-0438-2019-CC9A136E0F27}"/>
              </a:ext>
            </a:extLst>
          </p:cNvPr>
          <p:cNvGrpSpPr/>
          <p:nvPr/>
        </p:nvGrpSpPr>
        <p:grpSpPr>
          <a:xfrm>
            <a:off x="2928619" y="566419"/>
            <a:ext cx="1338581" cy="723901"/>
            <a:chOff x="419099" y="566419"/>
            <a:chExt cx="1592581" cy="919093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D749AA4-C08E-0E29-707D-B9806B7997A4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7A67530-D7AE-F5ED-05E0-C6FCB5E4EED8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55FB17-DA62-A0A0-810E-2B69F034938E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1E3466-4C52-2AE9-D135-A1E80C048AF8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6FA50D-EE8A-65B0-A856-B225CC251877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8A6CB12-3CE0-ACF9-166F-DED3561A6A6B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1913398-8E91-8EDB-D086-BC8DCD02346A}"/>
              </a:ext>
            </a:extLst>
          </p:cNvPr>
          <p:cNvGrpSpPr/>
          <p:nvPr/>
        </p:nvGrpSpPr>
        <p:grpSpPr>
          <a:xfrm>
            <a:off x="2527954" y="2742248"/>
            <a:ext cx="1338581" cy="723901"/>
            <a:chOff x="419099" y="566419"/>
            <a:chExt cx="1592581" cy="919093"/>
          </a:xfrm>
          <a:solidFill>
            <a:srgbClr val="FFFF00"/>
          </a:soli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A62D9C7-64F4-8897-FF97-F5B61E0E0D0A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0BA1535-F5AF-FD41-2990-2FD30307AEDF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433428-D502-E444-7016-06DCC722000C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69575E1-732F-E16F-198F-09A05EF48FCA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9A9C4F1-F759-C1B8-4339-42A5732E564C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2DE0773-927D-40E2-A24E-94CFB0CBC3C4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EBE7C8-410C-E371-5E76-9F4743CCBF63}"/>
              </a:ext>
            </a:extLst>
          </p:cNvPr>
          <p:cNvGrpSpPr/>
          <p:nvPr/>
        </p:nvGrpSpPr>
        <p:grpSpPr>
          <a:xfrm>
            <a:off x="1282699" y="3759704"/>
            <a:ext cx="1338581" cy="723901"/>
            <a:chOff x="419099" y="566419"/>
            <a:chExt cx="1592581" cy="919093"/>
          </a:xfrm>
          <a:solidFill>
            <a:schemeClr val="accent6"/>
          </a:solidFill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9551E66-3A2C-6495-A7B4-76FF3FED8530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37F4080-B0AB-3DBF-F311-532629C103EB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6F08B60-2626-C2D5-13D2-D8471C0E0855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4F1043D-6289-6F8C-AC69-8BE2E6DEA750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47A2161-D1A4-8A2E-02C1-127F10C2969A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3E8ADD1-442E-3008-30AE-994498B71636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EB7D630-DF8F-CF7F-F65E-53A3D296CFE1}"/>
              </a:ext>
            </a:extLst>
          </p:cNvPr>
          <p:cNvGrpSpPr/>
          <p:nvPr/>
        </p:nvGrpSpPr>
        <p:grpSpPr>
          <a:xfrm>
            <a:off x="1461661" y="1644054"/>
            <a:ext cx="1338581" cy="723901"/>
            <a:chOff x="419099" y="566419"/>
            <a:chExt cx="1592581" cy="919093"/>
          </a:xfrm>
          <a:solidFill>
            <a:srgbClr val="7030A0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01B0AAA-E032-10AD-2763-0D6FFF9844A0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5A71230-F71A-2F02-10A8-15E9785FB67C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85F8C4A-346F-0A46-A34D-7362E965458E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B16A0FC-91F4-7DE9-4D29-EE4F3DC006F8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FB331-2C24-7E82-C58C-88F602375998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F5A6871-174B-CF6D-B581-F50BDC02BD85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29017D3-D28A-FE1A-B524-1743CE2FE06B}"/>
              </a:ext>
            </a:extLst>
          </p:cNvPr>
          <p:cNvGrpSpPr/>
          <p:nvPr/>
        </p:nvGrpSpPr>
        <p:grpSpPr>
          <a:xfrm>
            <a:off x="3243454" y="4824786"/>
            <a:ext cx="1338581" cy="723901"/>
            <a:chOff x="419099" y="566419"/>
            <a:chExt cx="1592581" cy="919093"/>
          </a:xfrm>
          <a:solidFill>
            <a:schemeClr val="accent4"/>
          </a:solidFill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BC85F42-20CD-D9AC-62D9-EA57A8D65A7F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43DAB30-0156-C8C8-BA80-2DCB6E731EF7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05E4D2C-776D-9349-8B0D-73F70E3677B3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49D4F32-7398-8B61-61FA-642928C9C533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7FEB3CA-E1F2-B1AC-5A8C-2D794C7B6C55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333F8D6-D190-F97C-28FA-1B3FA5DCE873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30993AD-4CB9-37A5-91DF-BF294D594344}"/>
              </a:ext>
            </a:extLst>
          </p:cNvPr>
          <p:cNvGrpSpPr/>
          <p:nvPr/>
        </p:nvGrpSpPr>
        <p:grpSpPr>
          <a:xfrm>
            <a:off x="5015087" y="5852090"/>
            <a:ext cx="1338581" cy="723901"/>
            <a:chOff x="419099" y="566419"/>
            <a:chExt cx="1592581" cy="919093"/>
          </a:xfrm>
          <a:solidFill>
            <a:schemeClr val="accent3"/>
          </a:solidFill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9BCF28B-0183-C9D8-FE44-05E7DCB33F68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70217BD-5C79-66D2-5D5B-DD90A45E5B20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2BE369A-4925-8604-F897-CCAEE496177F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C36A7D8-4DC1-E57C-867B-92A836B6A939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C9AC907-F926-9DD6-270E-30AF2D77ADDD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DC59C13-A7BE-E913-347C-98A0D6DCC005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DA64B64-B684-35A9-69AF-670A237A072E}"/>
              </a:ext>
            </a:extLst>
          </p:cNvPr>
          <p:cNvCxnSpPr>
            <a:cxnSpLocks/>
          </p:cNvCxnSpPr>
          <p:nvPr/>
        </p:nvCxnSpPr>
        <p:spPr>
          <a:xfrm>
            <a:off x="11399520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388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B1320-5F24-161D-6692-CD3420690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77A0AEC-E0AC-6A62-9662-017F480264AE}"/>
              </a:ext>
            </a:extLst>
          </p:cNvPr>
          <p:cNvGrpSpPr/>
          <p:nvPr/>
        </p:nvGrpSpPr>
        <p:grpSpPr>
          <a:xfrm>
            <a:off x="7642859" y="566419"/>
            <a:ext cx="1338581" cy="723901"/>
            <a:chOff x="419099" y="566419"/>
            <a:chExt cx="1592581" cy="919093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5A2DF44-8674-7F46-5938-B162BBCA9534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AF07C38-CAE3-FCD8-7198-70A4D9EF08CE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CB0704-98F3-08C7-A0BA-4E236487C580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2F5DC7-53C4-821E-5C05-CCA55BFE5B60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A87C89-B73B-EF3F-956F-63F894C46AD3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502377-8BBC-331C-1C3A-0CDF80749E44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802201C-1727-E370-651D-80D43ADA1181}"/>
              </a:ext>
            </a:extLst>
          </p:cNvPr>
          <p:cNvGrpSpPr/>
          <p:nvPr/>
        </p:nvGrpSpPr>
        <p:grpSpPr>
          <a:xfrm>
            <a:off x="3919874" y="2742248"/>
            <a:ext cx="1338581" cy="723901"/>
            <a:chOff x="419099" y="566419"/>
            <a:chExt cx="1592581" cy="919093"/>
          </a:xfrm>
          <a:solidFill>
            <a:srgbClr val="FFFF00"/>
          </a:soli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16C1EB-8AE5-8A0C-8CB7-83F7D8F5828D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975869A-5F4F-64AE-AD4F-51017FA64995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972834-DE48-9AB7-1FC8-76D64A82AA68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346A84A-F37F-EE5C-B8E8-0A0CDBAA0068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EE2CC69-9B3A-EB97-832F-DB9FA80A8AF5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873D3B0-DCE4-429C-C23A-1EC5B389F34E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AE58AA7-9CC0-BFEC-3A3C-B8FC6051F20C}"/>
              </a:ext>
            </a:extLst>
          </p:cNvPr>
          <p:cNvGrpSpPr/>
          <p:nvPr/>
        </p:nvGrpSpPr>
        <p:grpSpPr>
          <a:xfrm>
            <a:off x="7541259" y="3759704"/>
            <a:ext cx="1338581" cy="723901"/>
            <a:chOff x="419099" y="566419"/>
            <a:chExt cx="1592581" cy="919093"/>
          </a:xfrm>
          <a:solidFill>
            <a:schemeClr val="accent6"/>
          </a:solidFill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AB06BEC-5A46-9A4C-E816-854B67586BAA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4D50FFB-14AD-E60D-9919-054E1DA3AB62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308CCD-D25D-827A-78A5-583345365517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0C743F6-9887-B6E3-D32C-AE9109F591F9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4C9908E-D1FF-6B44-83DF-397782523C09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AB31666-65E4-BDBE-C191-CCD0CC970723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F8BFDDF-87AF-F6EC-2469-829E272125A1}"/>
              </a:ext>
            </a:extLst>
          </p:cNvPr>
          <p:cNvGrpSpPr/>
          <p:nvPr/>
        </p:nvGrpSpPr>
        <p:grpSpPr>
          <a:xfrm>
            <a:off x="5342781" y="1644054"/>
            <a:ext cx="1338581" cy="723901"/>
            <a:chOff x="419099" y="566419"/>
            <a:chExt cx="1592581" cy="919093"/>
          </a:xfrm>
          <a:solidFill>
            <a:srgbClr val="7030A0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6AFD5DB-9C4C-1E2B-3BDA-A53CEF3A1C97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58D3F51-506D-DF17-AE47-A65840A3E2AD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E02A2E0-F67A-67A6-8DAA-C91FA3717F01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F07E411-D14A-8019-B5DD-95B321B932A1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FF5CEC8-5D6B-1E67-966C-7F4CC8222892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C1E9611-14A5-5BF4-800A-2862A10DF43D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620D9F9-D0FD-52FD-E840-1576F574F283}"/>
              </a:ext>
            </a:extLst>
          </p:cNvPr>
          <p:cNvGrpSpPr/>
          <p:nvPr/>
        </p:nvGrpSpPr>
        <p:grpSpPr>
          <a:xfrm>
            <a:off x="9075294" y="4834946"/>
            <a:ext cx="1338581" cy="723901"/>
            <a:chOff x="419099" y="566419"/>
            <a:chExt cx="1592581" cy="919093"/>
          </a:xfrm>
          <a:solidFill>
            <a:schemeClr val="accent4"/>
          </a:solidFill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86222B4-379A-8AB5-B2E7-E42376B111F3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968A4E8-7F2D-6150-D96E-6217DA8732DB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053C115-DCD5-8467-756C-46BAA8B04B87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715B52A-EB79-D041-4C46-81280397CD2D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A3D15D6-0CDB-C572-AE88-5288BBE5D01D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EDB38AA-E03D-D0C6-9B1F-6642CB85D9FA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62FEC58-83DD-2218-376E-0B2CE95772A4}"/>
              </a:ext>
            </a:extLst>
          </p:cNvPr>
          <p:cNvGrpSpPr/>
          <p:nvPr/>
        </p:nvGrpSpPr>
        <p:grpSpPr>
          <a:xfrm>
            <a:off x="11446367" y="5852090"/>
            <a:ext cx="1338581" cy="723901"/>
            <a:chOff x="419099" y="566419"/>
            <a:chExt cx="1592581" cy="919093"/>
          </a:xfrm>
          <a:solidFill>
            <a:schemeClr val="accent3"/>
          </a:solidFill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72046FA-57DE-8FCD-66C7-A0659231A202}"/>
                </a:ext>
              </a:extLst>
            </p:cNvPr>
            <p:cNvSpPr/>
            <p:nvPr/>
          </p:nvSpPr>
          <p:spPr>
            <a:xfrm>
              <a:off x="609600" y="756920"/>
              <a:ext cx="1148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2D9EFEA-9F89-B387-19F3-16908E4863CC}"/>
                </a:ext>
              </a:extLst>
            </p:cNvPr>
            <p:cNvSpPr/>
            <p:nvPr/>
          </p:nvSpPr>
          <p:spPr>
            <a:xfrm>
              <a:off x="1656080" y="889000"/>
              <a:ext cx="355600" cy="3759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A3D45E3-3136-732F-3EA0-4F2CC7EC8E08}"/>
                </a:ext>
              </a:extLst>
            </p:cNvPr>
            <p:cNvSpPr/>
            <p:nvPr/>
          </p:nvSpPr>
          <p:spPr>
            <a:xfrm rot="18989924">
              <a:off x="558800" y="566419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9322516-DF41-3C06-C22E-6C086931D47B}"/>
                </a:ext>
              </a:extLst>
            </p:cNvPr>
            <p:cNvSpPr/>
            <p:nvPr/>
          </p:nvSpPr>
          <p:spPr>
            <a:xfrm rot="13591178">
              <a:off x="558799" y="1227377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ED29794-169F-E338-000C-29CD249CD401}"/>
                </a:ext>
              </a:extLst>
            </p:cNvPr>
            <p:cNvSpPr/>
            <p:nvPr/>
          </p:nvSpPr>
          <p:spPr>
            <a:xfrm rot="2338451">
              <a:off x="1615437" y="573320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E54E79D-1AFC-9976-34AF-DD4C1A5F1AD5}"/>
                </a:ext>
              </a:extLst>
            </p:cNvPr>
            <p:cNvSpPr/>
            <p:nvPr/>
          </p:nvSpPr>
          <p:spPr>
            <a:xfrm rot="7665132">
              <a:off x="1627691" y="1244212"/>
              <a:ext cx="101600" cy="381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135BB02-44DA-FAF2-9FF1-912D9D8C4513}"/>
              </a:ext>
            </a:extLst>
          </p:cNvPr>
          <p:cNvCxnSpPr>
            <a:cxnSpLocks/>
          </p:cNvCxnSpPr>
          <p:nvPr/>
        </p:nvCxnSpPr>
        <p:spPr>
          <a:xfrm>
            <a:off x="11399520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0696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Bierstadt</vt:lpstr>
      <vt:lpstr>GestaltVTI</vt:lpstr>
      <vt:lpstr>Turtle Race Game  Storyboard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Saisree Harsha  Malipeddi</dc:creator>
  <cp:lastModifiedBy>Saisree Harsha  Malipeddi</cp:lastModifiedBy>
  <cp:revision>1</cp:revision>
  <dcterms:created xsi:type="dcterms:W3CDTF">2025-11-21T18:54:08Z</dcterms:created>
  <dcterms:modified xsi:type="dcterms:W3CDTF">2025-11-21T19:05:03Z</dcterms:modified>
</cp:coreProperties>
</file>